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housekeeping line: "First half is me showing you, second half is us deciding. The decisions list comes at the end — that's the real point of the hour."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constraint from the vision doc. Everything in the demo is shaped by it: nothing acts without the user's approval, and ignoring Eva entirely costs the user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job, no more. Tell them every moment of the demo answers one of these three — ask them to keep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while switching windows. Click-path is in the Slite meeting doc — Act 1: cell suggestions on bilag 2345697. Act 2: ⋮ → Forslag (entry drawer). Act 3: Forslag (N) button → Workflows tab → Gennemgå → Aktivér, then the Log tab. Act 4: Eva → “Send reminders” → artifact → Opret workflow → Kørsler with the failed run. Refresh the prototype right before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turns the demo into vocabulary. Pause here — first natural question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#3, spell out act-vs-suggest: “Bogfør på konto 7220” acts; “Foreslå fuld tekst” suggests. One engine spans deterministic and agentic — and it gives users a trust dial: start in suggest mode, promote to act mode once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#4 as a direction, not a guardrail: artifacts are the working surface we're building towards. As automation matures, users work increasingly page-agnostic — artifacts are where Eva-assembled work happens, and pages remain the system of record. Invite objections explicitly. If a commitment is seriously contested, park it with a name attached and move on — don't resolve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 for Eva as main owner: the Eva mark fronts every suggestion, so users hold Eva accountable for all of it — brand and responsibility need one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this from the Slite analysis doc so you can tick/assign live. ~3 minutes per item. Outcome per item: ticked, assigned, or parked with a name. Don't debate solutions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the ownership split out loud one more time, and agree the cadence for parked items before anyone leaves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agentic and existing e-conomic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Eva, suggestions and workflows become one layer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 Ejlers ·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agentic layer — without breaking how anyone works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keep working exactly as they do now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earns its way in, suggestion by suggestion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currency — lose it once, adoption stalls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new jobs emerge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automation works on the accountant's behalf: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Triage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“What can I trust — and what needs my eyes?”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&amp; Maintain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“Which patterns are worth automating?”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Accountability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“Can I explain decisions I didn't make myself?”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shifts: Do → Review → Operate → Supervise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the Eva journal prototype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thread, four acts: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→ entry → page → workflow → Eva &amp; artifacts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saw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suggestion language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value · confidence % · reason · time saved, same at every scale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ladder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cell suggestions become workflows once the pattern holds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drawer geometry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Eva lives in a left drawer, artifacts open to its right; all other drawers open from page context, anchored right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as Eva's working surface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work products assembled beside the page: reviewable, actionable, reusable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as the source of truth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who, what and when, and the history of what automation has done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commitments the design makes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suggestion language, always fronted by Eva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whatever engine produced it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lives in one layer, not one place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surfaces in context, always resolves in the Workflow drawer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automation, no matter where it was born, becomes the same thing: a workflow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with </a:t>
            </a:r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vs. suggest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first-class parameter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commitments the design makes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working towards artifacts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Eva's work happens in artifacts beside the page, never by mutating the page; changes land via accepted suggestions and activated workflows</a:t>
            </a:r>
            <a:endParaRPr lang="en-US" sz="1500" dirty="0"/>
          </a:p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is the source of truth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who, what and when; the history of what automation has done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these now — everything after assumes them.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 team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suggestion language: anatomy, confidence display, reasoning, identity, promotion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team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engine: triggers, actions, runs, errors, dashboard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contract: the workflow suggestion card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Eva produces it, Workflows runs it. Jointly owned, versioned.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contracts — cheap to set now, expensive to retrofit: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 anatomy — cell, entry, page, workflow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 → workflow promotion contract (the card as API)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 becomes the same thing: a workflow (act vs. suggest parameter)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event contract — the source of truth (who · what · when); every mutation logs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as Eva's working surface — no direct page mutation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split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 geometry — Eva in a left drawer with artifacts to its right; all other drawers open from page context, anchored right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item: any objections? Who owns it?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suggestion language + Entry drawer — they create the habit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Page drawer + Workflow drawer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Later: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agreement-level hub, artifacts as the primary working surface, cross-agreement scale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doc to all attendees today · follow-ups scheduled for parked items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agentic and existing e-conomic</dc:title>
  <dc:subject>PptxGenJS Presentation</dc:subject>
  <dc:creator>Carl Ejlers</dc:creator>
  <cp:lastModifiedBy>Carl Ejlers</cp:lastModifiedBy>
  <cp:revision>1</cp:revision>
  <dcterms:created xsi:type="dcterms:W3CDTF">2026-06-10T06:20:57Z</dcterms:created>
  <dcterms:modified xsi:type="dcterms:W3CDTF">2026-06-10T06:20:57Z</dcterms:modified>
</cp:coreProperties>
</file>